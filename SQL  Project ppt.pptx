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9" r:id="rId3"/>
    <p:sldId id="281" r:id="rId4"/>
    <p:sldId id="280" r:id="rId5"/>
    <p:sldId id="266" r:id="rId6"/>
    <p:sldId id="282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9" r:id="rId15"/>
    <p:sldId id="270" r:id="rId16"/>
    <p:sldId id="271" r:id="rId17"/>
    <p:sldId id="272" r:id="rId18"/>
    <p:sldId id="273" r:id="rId19"/>
    <p:sldId id="277" r:id="rId20"/>
    <p:sldId id="268" r:id="rId21"/>
    <p:sldId id="278" r:id="rId22"/>
    <p:sldId id="274" r:id="rId23"/>
    <p:sldId id="259" r:id="rId24"/>
  </p:sldIdLst>
  <p:sldSz cx="12192000" cy="6858000"/>
  <p:notesSz cx="6858000" cy="9144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Libre Baskerville" panose="02000000000000000000" pitchFamily="2" charset="0"/>
      <p:regular r:id="rId30"/>
      <p:bold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92" autoAdjust="0"/>
    <p:restoredTop sz="94660"/>
  </p:normalViewPr>
  <p:slideViewPr>
    <p:cSldViewPr snapToGrid="0">
      <p:cViewPr varScale="1">
        <p:scale>
          <a:sx n="68" d="100"/>
          <a:sy n="68" d="100"/>
        </p:scale>
        <p:origin x="2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ali M" userId="4cd845400626e6e7" providerId="LiveId" clId="{7316D18C-6C12-4E8C-8D65-A2D4987FC115}"/>
    <pc:docChg chg="undo custSel addSld modSld sldOrd">
      <pc:chgData name="Murali M" userId="4cd845400626e6e7" providerId="LiveId" clId="{7316D18C-6C12-4E8C-8D65-A2D4987FC115}" dt="2026-05-08T17:54:30.744" v="425" actId="20577"/>
      <pc:docMkLst>
        <pc:docMk/>
      </pc:docMkLst>
      <pc:sldChg chg="modSp mod">
        <pc:chgData name="Murali M" userId="4cd845400626e6e7" providerId="LiveId" clId="{7316D18C-6C12-4E8C-8D65-A2D4987FC115}" dt="2026-05-07T09:40:12.377" v="371" actId="1036"/>
        <pc:sldMkLst>
          <pc:docMk/>
          <pc:sldMk cId="0" sldId="256"/>
        </pc:sldMkLst>
        <pc:spChg chg="mod">
          <ac:chgData name="Murali M" userId="4cd845400626e6e7" providerId="LiveId" clId="{7316D18C-6C12-4E8C-8D65-A2D4987FC115}" dt="2026-05-07T08:52:31.534" v="122" actId="20577"/>
          <ac:spMkLst>
            <pc:docMk/>
            <pc:sldMk cId="0" sldId="256"/>
            <ac:spMk id="2" creationId="{5A6B0273-7DC8-DA1D-CE1F-C9866D0B055E}"/>
          </ac:spMkLst>
        </pc:spChg>
        <pc:spChg chg="mod">
          <ac:chgData name="Murali M" userId="4cd845400626e6e7" providerId="LiveId" clId="{7316D18C-6C12-4E8C-8D65-A2D4987FC115}" dt="2026-05-07T07:32:46.978" v="121" actId="1036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Murali M" userId="4cd845400626e6e7" providerId="LiveId" clId="{7316D18C-6C12-4E8C-8D65-A2D4987FC115}" dt="2026-05-07T09:40:12.377" v="371" actId="1036"/>
          <ac:picMkLst>
            <pc:docMk/>
            <pc:sldMk cId="0" sldId="256"/>
            <ac:picMk id="98" creationId="{00000000-0000-0000-0000-000000000000}"/>
          </ac:picMkLst>
        </pc:picChg>
      </pc:sldChg>
      <pc:sldChg chg="ord">
        <pc:chgData name="Murali M" userId="4cd845400626e6e7" providerId="LiveId" clId="{7316D18C-6C12-4E8C-8D65-A2D4987FC115}" dt="2026-05-07T09:20:15.853" v="274"/>
        <pc:sldMkLst>
          <pc:docMk/>
          <pc:sldMk cId="1858329523" sldId="260"/>
        </pc:sldMkLst>
      </pc:sldChg>
      <pc:sldChg chg="ord">
        <pc:chgData name="Murali M" userId="4cd845400626e6e7" providerId="LiveId" clId="{7316D18C-6C12-4E8C-8D65-A2D4987FC115}" dt="2026-05-07T09:20:53.314" v="304"/>
        <pc:sldMkLst>
          <pc:docMk/>
          <pc:sldMk cId="207994400" sldId="261"/>
        </pc:sldMkLst>
      </pc:sldChg>
      <pc:sldChg chg="modSp mod ord">
        <pc:chgData name="Murali M" userId="4cd845400626e6e7" providerId="LiveId" clId="{7316D18C-6C12-4E8C-8D65-A2D4987FC115}" dt="2026-05-07T09:20:09.307" v="272"/>
        <pc:sldMkLst>
          <pc:docMk/>
          <pc:sldMk cId="3539445662" sldId="265"/>
        </pc:sldMkLst>
        <pc:picChg chg="mod modCrop">
          <ac:chgData name="Murali M" userId="4cd845400626e6e7" providerId="LiveId" clId="{7316D18C-6C12-4E8C-8D65-A2D4987FC115}" dt="2026-05-05T06:12:37.105" v="45" actId="732"/>
          <ac:picMkLst>
            <pc:docMk/>
            <pc:sldMk cId="3539445662" sldId="265"/>
            <ac:picMk id="6" creationId="{66D89F93-DC82-1F46-7C8E-7895EE300A12}"/>
          </ac:picMkLst>
        </pc:picChg>
      </pc:sldChg>
      <pc:sldChg chg="modSp mod ord">
        <pc:chgData name="Murali M" userId="4cd845400626e6e7" providerId="LiveId" clId="{7316D18C-6C12-4E8C-8D65-A2D4987FC115}" dt="2026-05-08T17:49:05.981" v="422" actId="20577"/>
        <pc:sldMkLst>
          <pc:docMk/>
          <pc:sldMk cId="1116235972" sldId="266"/>
        </pc:sldMkLst>
        <pc:spChg chg="mod">
          <ac:chgData name="Murali M" userId="4cd845400626e6e7" providerId="LiveId" clId="{7316D18C-6C12-4E8C-8D65-A2D4987FC115}" dt="2026-05-08T17:49:05.981" v="422" actId="20577"/>
          <ac:spMkLst>
            <pc:docMk/>
            <pc:sldMk cId="1116235972" sldId="266"/>
            <ac:spMk id="2" creationId="{CE773D76-3BC2-C9AD-11A4-DE07CE57B5E6}"/>
          </ac:spMkLst>
        </pc:spChg>
        <pc:spChg chg="mod">
          <ac:chgData name="Murali M" userId="4cd845400626e6e7" providerId="LiveId" clId="{7316D18C-6C12-4E8C-8D65-A2D4987FC115}" dt="2026-05-08T13:20:25.574" v="419" actId="5793"/>
          <ac:spMkLst>
            <pc:docMk/>
            <pc:sldMk cId="1116235972" sldId="266"/>
            <ac:spMk id="3" creationId="{4417D33D-F69C-3B03-4C85-05DF43248027}"/>
          </ac:spMkLst>
        </pc:spChg>
      </pc:sldChg>
      <pc:sldChg chg="addSp delSp modSp mod">
        <pc:chgData name="Murali M" userId="4cd845400626e6e7" providerId="LiveId" clId="{7316D18C-6C12-4E8C-8D65-A2D4987FC115}" dt="2026-05-08T17:54:30.744" v="425" actId="20577"/>
        <pc:sldMkLst>
          <pc:docMk/>
          <pc:sldMk cId="934231949" sldId="267"/>
        </pc:sldMkLst>
        <pc:spChg chg="mod">
          <ac:chgData name="Murali M" userId="4cd845400626e6e7" providerId="LiveId" clId="{7316D18C-6C12-4E8C-8D65-A2D4987FC115}" dt="2026-05-08T17:54:30.744" v="425" actId="20577"/>
          <ac:spMkLst>
            <pc:docMk/>
            <pc:sldMk cId="934231949" sldId="267"/>
            <ac:spMk id="7" creationId="{27A67921-34CA-7317-0D91-DA00A8036D36}"/>
          </ac:spMkLst>
        </pc:spChg>
        <pc:picChg chg="add mod">
          <ac:chgData name="Murali M" userId="4cd845400626e6e7" providerId="LiveId" clId="{7316D18C-6C12-4E8C-8D65-A2D4987FC115}" dt="2026-05-07T09:29:09.769" v="352" actId="1076"/>
          <ac:picMkLst>
            <pc:docMk/>
            <pc:sldMk cId="934231949" sldId="267"/>
            <ac:picMk id="8" creationId="{9B321859-B9D4-FF4A-A0E8-5AF87F149199}"/>
          </ac:picMkLst>
        </pc:picChg>
        <pc:picChg chg="del">
          <ac:chgData name="Murali M" userId="4cd845400626e6e7" providerId="LiveId" clId="{7316D18C-6C12-4E8C-8D65-A2D4987FC115}" dt="2026-05-07T09:28:53.308" v="349" actId="478"/>
          <ac:picMkLst>
            <pc:docMk/>
            <pc:sldMk cId="934231949" sldId="267"/>
            <ac:picMk id="9" creationId="{0D47D195-C450-2C91-6176-1A576BA649FE}"/>
          </ac:picMkLst>
        </pc:picChg>
      </pc:sldChg>
      <pc:sldChg chg="addSp delSp modSp mod">
        <pc:chgData name="Murali M" userId="4cd845400626e6e7" providerId="LiveId" clId="{7316D18C-6C12-4E8C-8D65-A2D4987FC115}" dt="2026-05-07T09:31:59.290" v="357" actId="1076"/>
        <pc:sldMkLst>
          <pc:docMk/>
          <pc:sldMk cId="2056814340" sldId="270"/>
        </pc:sldMkLst>
        <pc:picChg chg="add mod">
          <ac:chgData name="Murali M" userId="4cd845400626e6e7" providerId="LiveId" clId="{7316D18C-6C12-4E8C-8D65-A2D4987FC115}" dt="2026-05-07T09:31:04.709" v="355" actId="1076"/>
          <ac:picMkLst>
            <pc:docMk/>
            <pc:sldMk cId="2056814340" sldId="270"/>
            <ac:picMk id="6" creationId="{8146A5E1-07CF-BCA3-691E-441908D61AE5}"/>
          </ac:picMkLst>
        </pc:picChg>
        <pc:picChg chg="del">
          <ac:chgData name="Murali M" userId="4cd845400626e6e7" providerId="LiveId" clId="{7316D18C-6C12-4E8C-8D65-A2D4987FC115}" dt="2026-05-07T09:30:59.554" v="353" actId="478"/>
          <ac:picMkLst>
            <pc:docMk/>
            <pc:sldMk cId="2056814340" sldId="270"/>
            <ac:picMk id="10" creationId="{EE542856-5169-3460-0D23-2445F9538587}"/>
          </ac:picMkLst>
        </pc:picChg>
        <pc:picChg chg="add mod">
          <ac:chgData name="Murali M" userId="4cd845400626e6e7" providerId="LiveId" clId="{7316D18C-6C12-4E8C-8D65-A2D4987FC115}" dt="2026-05-07T09:31:59.290" v="357" actId="1076"/>
          <ac:picMkLst>
            <pc:docMk/>
            <pc:sldMk cId="2056814340" sldId="270"/>
            <ac:picMk id="11" creationId="{C1DEB4E8-4C26-B58B-05B5-9892E9E5AC2A}"/>
          </ac:picMkLst>
        </pc:picChg>
      </pc:sldChg>
      <pc:sldChg chg="addSp delSp modSp mod">
        <pc:chgData name="Murali M" userId="4cd845400626e6e7" providerId="LiveId" clId="{7316D18C-6C12-4E8C-8D65-A2D4987FC115}" dt="2026-05-07T09:33:15.532" v="360" actId="1076"/>
        <pc:sldMkLst>
          <pc:docMk/>
          <pc:sldMk cId="2420910848" sldId="271"/>
        </pc:sldMkLst>
        <pc:picChg chg="add mod">
          <ac:chgData name="Murali M" userId="4cd845400626e6e7" providerId="LiveId" clId="{7316D18C-6C12-4E8C-8D65-A2D4987FC115}" dt="2026-05-07T09:33:15.532" v="360" actId="1076"/>
          <ac:picMkLst>
            <pc:docMk/>
            <pc:sldMk cId="2420910848" sldId="271"/>
            <ac:picMk id="7" creationId="{FE1B6DF5-B69F-F382-873B-83D9F6608EDB}"/>
          </ac:picMkLst>
        </pc:picChg>
        <pc:picChg chg="del">
          <ac:chgData name="Murali M" userId="4cd845400626e6e7" providerId="LiveId" clId="{7316D18C-6C12-4E8C-8D65-A2D4987FC115}" dt="2026-05-07T09:33:11.201" v="358" actId="478"/>
          <ac:picMkLst>
            <pc:docMk/>
            <pc:sldMk cId="2420910848" sldId="271"/>
            <ac:picMk id="8" creationId="{9E661730-68EC-8F97-462A-30D665EBD4C4}"/>
          </ac:picMkLst>
        </pc:picChg>
      </pc:sldChg>
      <pc:sldChg chg="addSp delSp modSp mod">
        <pc:chgData name="Murali M" userId="4cd845400626e6e7" providerId="LiveId" clId="{7316D18C-6C12-4E8C-8D65-A2D4987FC115}" dt="2026-05-07T09:35:39.671" v="370" actId="1076"/>
        <pc:sldMkLst>
          <pc:docMk/>
          <pc:sldMk cId="3755232050" sldId="272"/>
        </pc:sldMkLst>
        <pc:picChg chg="add del mod">
          <ac:chgData name="Murali M" userId="4cd845400626e6e7" providerId="LiveId" clId="{7316D18C-6C12-4E8C-8D65-A2D4987FC115}" dt="2026-05-07T09:34:42.013" v="366" actId="478"/>
          <ac:picMkLst>
            <pc:docMk/>
            <pc:sldMk cId="3755232050" sldId="272"/>
            <ac:picMk id="7" creationId="{08DC4B92-ACA6-4A68-14C4-8D25C90B1848}"/>
          </ac:picMkLst>
        </pc:picChg>
        <pc:picChg chg="del">
          <ac:chgData name="Murali M" userId="4cd845400626e6e7" providerId="LiveId" clId="{7316D18C-6C12-4E8C-8D65-A2D4987FC115}" dt="2026-05-07T09:34:26.030" v="361" actId="478"/>
          <ac:picMkLst>
            <pc:docMk/>
            <pc:sldMk cId="3755232050" sldId="272"/>
            <ac:picMk id="11" creationId="{60C1F697-7F5E-E1E9-146A-91BB51BC18BF}"/>
          </ac:picMkLst>
        </pc:picChg>
        <pc:picChg chg="add mod">
          <ac:chgData name="Murali M" userId="4cd845400626e6e7" providerId="LiveId" clId="{7316D18C-6C12-4E8C-8D65-A2D4987FC115}" dt="2026-05-07T09:35:11.433" v="368" actId="1076"/>
          <ac:picMkLst>
            <pc:docMk/>
            <pc:sldMk cId="3755232050" sldId="272"/>
            <ac:picMk id="12" creationId="{68EA2C38-0D57-BC7D-B0FA-6173555DDFA2}"/>
          </ac:picMkLst>
        </pc:picChg>
        <pc:picChg chg="add mod">
          <ac:chgData name="Murali M" userId="4cd845400626e6e7" providerId="LiveId" clId="{7316D18C-6C12-4E8C-8D65-A2D4987FC115}" dt="2026-05-07T09:35:39.671" v="370" actId="1076"/>
          <ac:picMkLst>
            <pc:docMk/>
            <pc:sldMk cId="3755232050" sldId="272"/>
            <ac:picMk id="14" creationId="{AD8B0C18-76F7-CC50-16DC-08AB1CD7349E}"/>
          </ac:picMkLst>
        </pc:picChg>
      </pc:sldChg>
      <pc:sldChg chg="addSp delSp modSp new mod">
        <pc:chgData name="Murali M" userId="4cd845400626e6e7" providerId="LiveId" clId="{7316D18C-6C12-4E8C-8D65-A2D4987FC115}" dt="2026-05-07T06:53:47.048" v="116" actId="20577"/>
        <pc:sldMkLst>
          <pc:docMk/>
          <pc:sldMk cId="1196197624" sldId="279"/>
        </pc:sldMkLst>
        <pc:spChg chg="add del mod">
          <ac:chgData name="Murali M" userId="4cd845400626e6e7" providerId="LiveId" clId="{7316D18C-6C12-4E8C-8D65-A2D4987FC115}" dt="2026-05-07T06:53:47.048" v="116" actId="20577"/>
          <ac:spMkLst>
            <pc:docMk/>
            <pc:sldMk cId="1196197624" sldId="279"/>
            <ac:spMk id="2" creationId="{B8E34C9E-0297-D5E1-BB98-6CE147A048AB}"/>
          </ac:spMkLst>
        </pc:spChg>
        <pc:spChg chg="add del mod">
          <ac:chgData name="Murali M" userId="4cd845400626e6e7" providerId="LiveId" clId="{7316D18C-6C12-4E8C-8D65-A2D4987FC115}" dt="2026-05-07T06:14:28.184" v="69" actId="478"/>
          <ac:spMkLst>
            <pc:docMk/>
            <pc:sldMk cId="1196197624" sldId="279"/>
            <ac:spMk id="3" creationId="{75791A3B-C754-CD06-8686-02B3C0D9031A}"/>
          </ac:spMkLst>
        </pc:spChg>
        <pc:spChg chg="add del mod">
          <ac:chgData name="Murali M" userId="4cd845400626e6e7" providerId="LiveId" clId="{7316D18C-6C12-4E8C-8D65-A2D4987FC115}" dt="2026-05-07T06:16:31.520" v="80"/>
          <ac:spMkLst>
            <pc:docMk/>
            <pc:sldMk cId="1196197624" sldId="279"/>
            <ac:spMk id="4" creationId="{21C69E03-B5F8-5A7C-FBF2-1F5D2D783333}"/>
          </ac:spMkLst>
        </pc:spChg>
        <pc:spChg chg="add mod">
          <ac:chgData name="Murali M" userId="4cd845400626e6e7" providerId="LiveId" clId="{7316D18C-6C12-4E8C-8D65-A2D4987FC115}" dt="2026-05-07T06:19:19.792" v="96" actId="14100"/>
          <ac:spMkLst>
            <pc:docMk/>
            <pc:sldMk cId="1196197624" sldId="279"/>
            <ac:spMk id="5" creationId="{9CB40702-790F-5E26-9920-F0657097DA12}"/>
          </ac:spMkLst>
        </pc:spChg>
      </pc:sldChg>
      <pc:sldChg chg="addSp delSp modSp new mod ord">
        <pc:chgData name="Murali M" userId="4cd845400626e6e7" providerId="LiveId" clId="{7316D18C-6C12-4E8C-8D65-A2D4987FC115}" dt="2026-05-08T13:19:00.061" v="416" actId="20577"/>
        <pc:sldMkLst>
          <pc:docMk/>
          <pc:sldMk cId="933078948" sldId="280"/>
        </pc:sldMkLst>
        <pc:spChg chg="add mod">
          <ac:chgData name="Murali M" userId="4cd845400626e6e7" providerId="LiveId" clId="{7316D18C-6C12-4E8C-8D65-A2D4987FC115}" dt="2026-05-08T13:19:00.061" v="416" actId="20577"/>
          <ac:spMkLst>
            <pc:docMk/>
            <pc:sldMk cId="933078948" sldId="280"/>
            <ac:spMk id="2" creationId="{53E27E64-B98C-CE11-EFFF-C74AB65E4D26}"/>
          </ac:spMkLst>
        </pc:spChg>
        <pc:spChg chg="add">
          <ac:chgData name="Murali M" userId="4cd845400626e6e7" providerId="LiveId" clId="{7316D18C-6C12-4E8C-8D65-A2D4987FC115}" dt="2026-05-07T09:10:53.238" v="130"/>
          <ac:spMkLst>
            <pc:docMk/>
            <pc:sldMk cId="933078948" sldId="280"/>
            <ac:spMk id="3" creationId="{6540370E-12FD-30EF-D193-DFCE168B21A1}"/>
          </ac:spMkLst>
        </pc:spChg>
        <pc:spChg chg="add">
          <ac:chgData name="Murali M" userId="4cd845400626e6e7" providerId="LiveId" clId="{7316D18C-6C12-4E8C-8D65-A2D4987FC115}" dt="2026-05-07T09:11:09.523" v="131"/>
          <ac:spMkLst>
            <pc:docMk/>
            <pc:sldMk cId="933078948" sldId="280"/>
            <ac:spMk id="4" creationId="{B37F46D9-5FEF-15CA-4F68-1C3D79565E79}"/>
          </ac:spMkLst>
        </pc:spChg>
        <pc:spChg chg="add">
          <ac:chgData name="Murali M" userId="4cd845400626e6e7" providerId="LiveId" clId="{7316D18C-6C12-4E8C-8D65-A2D4987FC115}" dt="2026-05-07T09:11:45.079" v="137"/>
          <ac:spMkLst>
            <pc:docMk/>
            <pc:sldMk cId="933078948" sldId="280"/>
            <ac:spMk id="5" creationId="{C43263C7-E770-7FEA-8F13-C78948A29ABD}"/>
          </ac:spMkLst>
        </pc:spChg>
        <pc:spChg chg="add">
          <ac:chgData name="Murali M" userId="4cd845400626e6e7" providerId="LiveId" clId="{7316D18C-6C12-4E8C-8D65-A2D4987FC115}" dt="2026-05-07T09:11:54.863" v="139"/>
          <ac:spMkLst>
            <pc:docMk/>
            <pc:sldMk cId="933078948" sldId="280"/>
            <ac:spMk id="6" creationId="{61DBEA16-3F0D-CD2F-2DAC-B506111B215C}"/>
          </ac:spMkLst>
        </pc:spChg>
        <pc:spChg chg="add mod">
          <ac:chgData name="Murali M" userId="4cd845400626e6e7" providerId="LiveId" clId="{7316D18C-6C12-4E8C-8D65-A2D4987FC115}" dt="2026-05-07T09:12:21.809" v="151" actId="20578"/>
          <ac:spMkLst>
            <pc:docMk/>
            <pc:sldMk cId="933078948" sldId="280"/>
            <ac:spMk id="7" creationId="{C5378F87-A6F9-3B92-78C5-57435F264166}"/>
          </ac:spMkLst>
        </pc:spChg>
        <pc:spChg chg="add">
          <ac:chgData name="Murali M" userId="4cd845400626e6e7" providerId="LiveId" clId="{7316D18C-6C12-4E8C-8D65-A2D4987FC115}" dt="2026-05-07T09:12:52.487" v="155"/>
          <ac:spMkLst>
            <pc:docMk/>
            <pc:sldMk cId="933078948" sldId="280"/>
            <ac:spMk id="8" creationId="{15B94755-899C-D2A8-49D4-5569F9F3D18C}"/>
          </ac:spMkLst>
        </pc:spChg>
        <pc:spChg chg="add del mod">
          <ac:chgData name="Murali M" userId="4cd845400626e6e7" providerId="LiveId" clId="{7316D18C-6C12-4E8C-8D65-A2D4987FC115}" dt="2026-05-07T09:15:32.595" v="183"/>
          <ac:spMkLst>
            <pc:docMk/>
            <pc:sldMk cId="933078948" sldId="280"/>
            <ac:spMk id="9" creationId="{C2F76DD4-DC23-8254-2C29-EA78652C91BB}"/>
          </ac:spMkLst>
        </pc:spChg>
        <pc:spChg chg="add del mod">
          <ac:chgData name="Murali M" userId="4cd845400626e6e7" providerId="LiveId" clId="{7316D18C-6C12-4E8C-8D65-A2D4987FC115}" dt="2026-05-07T09:15:58.708" v="187"/>
          <ac:spMkLst>
            <pc:docMk/>
            <pc:sldMk cId="933078948" sldId="280"/>
            <ac:spMk id="10" creationId="{B331E869-764F-9F11-68DB-99EAE9640456}"/>
          </ac:spMkLst>
        </pc:spChg>
        <pc:spChg chg="add mod">
          <ac:chgData name="Murali M" userId="4cd845400626e6e7" providerId="LiveId" clId="{7316D18C-6C12-4E8C-8D65-A2D4987FC115}" dt="2026-05-07T09:16:56.316" v="198" actId="113"/>
          <ac:spMkLst>
            <pc:docMk/>
            <pc:sldMk cId="933078948" sldId="280"/>
            <ac:spMk id="11" creationId="{7450BC6C-2592-BEB5-D8A6-3B1C3EA7D11A}"/>
          </ac:spMkLst>
        </pc:spChg>
      </pc:sldChg>
      <pc:sldChg chg="addSp modSp new mod">
        <pc:chgData name="Murali M" userId="4cd845400626e6e7" providerId="LiveId" clId="{7316D18C-6C12-4E8C-8D65-A2D4987FC115}" dt="2026-05-07T09:23:11.586" v="348" actId="20577"/>
        <pc:sldMkLst>
          <pc:docMk/>
          <pc:sldMk cId="4122943477" sldId="281"/>
        </pc:sldMkLst>
        <pc:spChg chg="add mod">
          <ac:chgData name="Murali M" userId="4cd845400626e6e7" providerId="LiveId" clId="{7316D18C-6C12-4E8C-8D65-A2D4987FC115}" dt="2026-05-07T09:18:14.723" v="211" actId="1076"/>
          <ac:spMkLst>
            <pc:docMk/>
            <pc:sldMk cId="4122943477" sldId="281"/>
            <ac:spMk id="2" creationId="{F529FE47-5722-4AD8-83DB-8D28F760B4C7}"/>
          </ac:spMkLst>
        </pc:spChg>
        <pc:spChg chg="add mod">
          <ac:chgData name="Murali M" userId="4cd845400626e6e7" providerId="LiveId" clId="{7316D18C-6C12-4E8C-8D65-A2D4987FC115}" dt="2026-05-07T09:23:11.586" v="348" actId="20577"/>
          <ac:spMkLst>
            <pc:docMk/>
            <pc:sldMk cId="4122943477" sldId="281"/>
            <ac:spMk id="3" creationId="{184ED5AF-260B-CC87-0FBF-3D5D0C7B1D0C}"/>
          </ac:spMkLst>
        </pc:spChg>
      </pc:sldChg>
      <pc:sldChg chg="addSp modSp new mod">
        <pc:chgData name="Murali M" userId="4cd845400626e6e7" providerId="LiveId" clId="{7316D18C-6C12-4E8C-8D65-A2D4987FC115}" dt="2026-05-08T17:49:16.780" v="424" actId="20577"/>
        <pc:sldMkLst>
          <pc:docMk/>
          <pc:sldMk cId="1655463080" sldId="282"/>
        </pc:sldMkLst>
        <pc:spChg chg="add mod">
          <ac:chgData name="Murali M" userId="4cd845400626e6e7" providerId="LiveId" clId="{7316D18C-6C12-4E8C-8D65-A2D4987FC115}" dt="2026-05-08T17:49:16.780" v="424" actId="20577"/>
          <ac:spMkLst>
            <pc:docMk/>
            <pc:sldMk cId="1655463080" sldId="282"/>
            <ac:spMk id="2" creationId="{1A75FFF2-1444-9061-7A34-1B3EB0E9EB15}"/>
          </ac:spMkLst>
        </pc:spChg>
        <pc:spChg chg="add">
          <ac:chgData name="Murali M" userId="4cd845400626e6e7" providerId="LiveId" clId="{7316D18C-6C12-4E8C-8D65-A2D4987FC115}" dt="2026-05-07T09:42:34.923" v="374"/>
          <ac:spMkLst>
            <pc:docMk/>
            <pc:sldMk cId="1655463080" sldId="282"/>
            <ac:spMk id="3" creationId="{DCB440E8-F43C-A795-DFE8-EB04B8375304}"/>
          </ac:spMkLst>
        </pc:spChg>
        <pc:spChg chg="add mod">
          <ac:chgData name="Murali M" userId="4cd845400626e6e7" providerId="LiveId" clId="{7316D18C-6C12-4E8C-8D65-A2D4987FC115}" dt="2026-05-08T13:08:17.013" v="414" actId="113"/>
          <ac:spMkLst>
            <pc:docMk/>
            <pc:sldMk cId="1655463080" sldId="282"/>
            <ac:spMk id="4" creationId="{C161B258-199D-F00F-B687-88B46BF766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lurimurali" TargetMode="External"/><Relationship Id="rId2" Type="http://schemas.openxmlformats.org/officeDocument/2006/relationships/hyperlink" Target="https://www.linkedin.com/in/muralikrishna-1zb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mellurimurali@gmail.co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123655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466336" y="3746465"/>
            <a:ext cx="911928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600" b="1" dirty="0">
                <a:latin typeface="Consolas" panose="020B0609020204030204" pitchFamily="49" charset="0"/>
              </a:rPr>
              <a:t>Employee Management System</a:t>
            </a:r>
            <a:endParaRPr sz="3600" b="1" i="0" u="none" strike="noStrike" cap="none" dirty="0">
              <a:solidFill>
                <a:srgbClr val="000000"/>
              </a:solidFill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6B0273-7DC8-DA1D-CE1F-C9866D0B055E}"/>
              </a:ext>
            </a:extLst>
          </p:cNvPr>
          <p:cNvSpPr txBox="1"/>
          <p:nvPr/>
        </p:nvSpPr>
        <p:spPr>
          <a:xfrm>
            <a:off x="6812691" y="4744995"/>
            <a:ext cx="39621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Innomatics Research Labs </a:t>
            </a:r>
          </a:p>
          <a:p>
            <a:r>
              <a:rPr lang="en-US" dirty="0" err="1">
                <a:latin typeface="Consolas" panose="020B0609020204030204" pitchFamily="49" charset="0"/>
              </a:rPr>
              <a:t>Dilsukhnagar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Batch No : 484</a:t>
            </a:r>
          </a:p>
          <a:p>
            <a:r>
              <a:rPr lang="en-IN" dirty="0">
                <a:latin typeface="Consolas" panose="020B0609020204030204" pitchFamily="49" charset="0"/>
              </a:rPr>
              <a:t>Team:</a:t>
            </a:r>
          </a:p>
          <a:p>
            <a:r>
              <a:rPr lang="en-IN" dirty="0">
                <a:latin typeface="Consolas" panose="020B0609020204030204" pitchFamily="49" charset="0"/>
              </a:rPr>
              <a:t>M. Murali Krishna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E34C9E-0297-D5E1-BB98-6CE147A048AB}"/>
              </a:ext>
            </a:extLst>
          </p:cNvPr>
          <p:cNvSpPr txBox="1"/>
          <p:nvPr/>
        </p:nvSpPr>
        <p:spPr>
          <a:xfrm>
            <a:off x="289088" y="1762813"/>
            <a:ext cx="11613823" cy="3465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6200">
              <a:spcBef>
                <a:spcPts val="1570"/>
              </a:spcBef>
            </a:pPr>
            <a:r>
              <a:rPr lang="en-US" sz="2000" dirty="0">
                <a:latin typeface="Consolas" panose="020B0609020204030204" pitchFamily="49" charset="0"/>
                <a:cs typeface="Times New Roman"/>
              </a:rPr>
              <a:t>I am</a:t>
            </a:r>
            <a:r>
              <a:rPr lang="en-US" sz="2000" spc="-3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b="1" spc="-30" dirty="0">
                <a:latin typeface="Consolas" panose="020B0609020204030204" pitchFamily="49" charset="0"/>
                <a:cs typeface="Times New Roman"/>
              </a:rPr>
              <a:t>Murali Krishna</a:t>
            </a:r>
            <a:r>
              <a:rPr lang="en-US" sz="2000" b="1" spc="-10" dirty="0">
                <a:latin typeface="Consolas" panose="020B0609020204030204" pitchFamily="49" charset="0"/>
                <a:cs typeface="Times New Roman"/>
              </a:rPr>
              <a:t>.</a:t>
            </a:r>
          </a:p>
          <a:p>
            <a:pPr marL="76200">
              <a:spcBef>
                <a:spcPts val="1570"/>
              </a:spcBef>
            </a:pPr>
            <a:r>
              <a:rPr lang="en-US" sz="2000" dirty="0">
                <a:latin typeface="Consolas" panose="020B0609020204030204" pitchFamily="49" charset="0"/>
                <a:cs typeface="Times New Roman"/>
              </a:rPr>
              <a:t>I</a:t>
            </a:r>
            <a:r>
              <a:rPr lang="en-US" sz="2000" spc="-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completed</a:t>
            </a:r>
            <a:r>
              <a:rPr lang="en-US" sz="2000" spc="-2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my</a:t>
            </a:r>
            <a:r>
              <a:rPr lang="en-US" sz="2000" spc="-2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Times New Roman"/>
              </a:rPr>
              <a:t>B.Tech</a:t>
            </a:r>
            <a:r>
              <a:rPr lang="en-US" sz="2000" spc="-2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in</a:t>
            </a:r>
            <a:r>
              <a:rPr lang="en-US" sz="2000" spc="-2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Computer</a:t>
            </a:r>
            <a:r>
              <a:rPr lang="en-US" sz="2000" spc="-7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Science</a:t>
            </a:r>
            <a:r>
              <a:rPr lang="en-US" sz="2000" spc="-4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and</a:t>
            </a:r>
            <a:r>
              <a:rPr lang="en-US" sz="2000" spc="-2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Engineering</a:t>
            </a:r>
            <a:r>
              <a:rPr lang="en-US" sz="2000" spc="-2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(AI</a:t>
            </a:r>
            <a:r>
              <a:rPr lang="en-US" sz="2000" spc="-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&amp;</a:t>
            </a:r>
            <a:r>
              <a:rPr lang="en-US" sz="2000" spc="-95" dirty="0">
                <a:latin typeface="Consolas" panose="020B0609020204030204" pitchFamily="49" charset="0"/>
                <a:cs typeface="Times New Roman"/>
              </a:rPr>
              <a:t> DS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) </a:t>
            </a:r>
            <a:r>
              <a:rPr lang="en-US" sz="2000" spc="-20" dirty="0">
                <a:latin typeface="Consolas" panose="020B0609020204030204" pitchFamily="49" charset="0"/>
                <a:cs typeface="Times New Roman"/>
              </a:rPr>
              <a:t>from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spc="-90" dirty="0">
                <a:latin typeface="Consolas" panose="020B0609020204030204" pitchFamily="49" charset="0"/>
                <a:cs typeface="Times New Roman"/>
              </a:rPr>
              <a:t>Sri Indu College </a:t>
            </a:r>
            <a:r>
              <a:rPr lang="en-US" sz="2000" spc="-3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Of</a:t>
            </a:r>
            <a:r>
              <a:rPr lang="en-US" sz="2000" spc="-5" dirty="0">
                <a:latin typeface="Consolas" panose="020B0609020204030204" pitchFamily="49" charset="0"/>
                <a:cs typeface="Times New Roman"/>
              </a:rPr>
              <a:t>  Engineering and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Technology</a:t>
            </a:r>
            <a:r>
              <a:rPr lang="en-US" sz="2000" spc="-10" dirty="0">
                <a:latin typeface="Consolas" panose="020B0609020204030204" pitchFamily="49" charset="0"/>
                <a:cs typeface="Times New Roman"/>
              </a:rPr>
              <a:t>.</a:t>
            </a:r>
          </a:p>
          <a:p>
            <a:pPr marL="76200">
              <a:spcBef>
                <a:spcPts val="1570"/>
              </a:spcBef>
            </a:pPr>
            <a:r>
              <a:rPr lang="en-US" sz="2000" dirty="0">
                <a:latin typeface="Consolas" panose="020B0609020204030204" pitchFamily="49" charset="0"/>
                <a:cs typeface="Times New Roman"/>
              </a:rPr>
              <a:t>I</a:t>
            </a:r>
            <a:r>
              <a:rPr lang="en-US" sz="2000" spc="-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am</a:t>
            </a:r>
            <a:r>
              <a:rPr lang="en-US" sz="2000" spc="-1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pursuing</a:t>
            </a:r>
            <a:r>
              <a:rPr lang="en-US" sz="2000" spc="-2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a</a:t>
            </a:r>
            <a:r>
              <a:rPr lang="en-US" sz="2000" spc="-3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course</a:t>
            </a:r>
            <a:r>
              <a:rPr lang="en-US" sz="2000" spc="-4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in</a:t>
            </a:r>
            <a:r>
              <a:rPr lang="en-US" sz="2000" spc="-2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Data</a:t>
            </a:r>
            <a:r>
              <a:rPr lang="en-US" sz="2000" spc="3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Analytics</a:t>
            </a:r>
            <a:r>
              <a:rPr lang="en-US" sz="2000" spc="-5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to</a:t>
            </a:r>
            <a:r>
              <a:rPr lang="en-US" sz="2000" spc="-2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gain</a:t>
            </a:r>
            <a:r>
              <a:rPr lang="en-US" sz="2000" spc="-2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practical</a:t>
            </a:r>
            <a:r>
              <a:rPr lang="en-US" sz="2000" spc="-2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knowledge</a:t>
            </a:r>
            <a:r>
              <a:rPr lang="en-US" sz="2000" spc="-4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in</a:t>
            </a:r>
            <a:r>
              <a:rPr lang="en-US" sz="2000" spc="-2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spc="-10" dirty="0">
                <a:latin typeface="Consolas" panose="020B0609020204030204" pitchFamily="49" charset="0"/>
                <a:cs typeface="Times New Roman"/>
              </a:rPr>
              <a:t>exploring,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analyzing</a:t>
            </a:r>
            <a:r>
              <a:rPr lang="en-US" sz="2000" spc="-3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and</a:t>
            </a:r>
            <a:r>
              <a:rPr lang="en-US" sz="2000" spc="-3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interpreting</a:t>
            </a:r>
            <a:r>
              <a:rPr lang="en-US" sz="2000" spc="-3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data</a:t>
            </a:r>
            <a:r>
              <a:rPr lang="en-US" sz="2000" spc="2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for</a:t>
            </a:r>
            <a:r>
              <a:rPr lang="en-US" sz="2000" spc="-1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meaningful</a:t>
            </a:r>
            <a:r>
              <a:rPr lang="en-US" sz="2000" spc="-10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Times New Roman"/>
              </a:rPr>
              <a:t>problem-</a:t>
            </a:r>
            <a:r>
              <a:rPr lang="en-US" sz="2000" spc="-10" dirty="0">
                <a:latin typeface="Consolas" panose="020B0609020204030204" pitchFamily="49" charset="0"/>
                <a:cs typeface="Times New Roman"/>
              </a:rPr>
              <a:t>solving.</a:t>
            </a:r>
          </a:p>
          <a:p>
            <a:pPr marL="12700">
              <a:spcBef>
                <a:spcPts val="1475"/>
              </a:spcBef>
            </a:pPr>
            <a:endParaRPr lang="en-US" sz="2000" dirty="0">
              <a:latin typeface="Consolas" panose="020B0609020204030204" pitchFamily="49" charset="0"/>
              <a:cs typeface="Times New Roman"/>
            </a:endParaRPr>
          </a:p>
          <a:p>
            <a:pPr marL="25400"/>
            <a:r>
              <a:rPr lang="en-US" sz="2000" b="1" dirty="0">
                <a:latin typeface="Consolas" panose="020B0609020204030204" pitchFamily="49" charset="0"/>
                <a:cs typeface="Times New Roman"/>
              </a:rPr>
              <a:t>LinkedIn:</a:t>
            </a:r>
            <a:r>
              <a:rPr lang="en-US" sz="2000" b="1" spc="-35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000" u="heavy" spc="-1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 panose="020B0609020204030204" pitchFamily="49" charset="0"/>
                <a:cs typeface="Times New Roman"/>
                <a:hlinkClick r:id="rId2"/>
              </a:rPr>
              <a:t>https://www.linkedin.com/in/muralikrishna-1zb2</a:t>
            </a:r>
            <a:endParaRPr lang="en-US" sz="2000" u="heavy" spc="-15" dirty="0">
              <a:solidFill>
                <a:srgbClr val="467885"/>
              </a:solidFill>
              <a:uFill>
                <a:solidFill>
                  <a:srgbClr val="467885"/>
                </a:solidFill>
              </a:uFill>
              <a:latin typeface="Consolas" panose="020B0609020204030204" pitchFamily="49" charset="0"/>
              <a:cs typeface="Times New Roman"/>
            </a:endParaRPr>
          </a:p>
          <a:p>
            <a:pPr marL="25400"/>
            <a:r>
              <a:rPr lang="en-US"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467885"/>
                  </a:solidFill>
                </a:uFill>
                <a:latin typeface="Consolas" panose="020B0609020204030204" pitchFamily="49" charset="0"/>
                <a:cs typeface="Times New Roman"/>
              </a:rPr>
              <a:t>Git Hub : </a:t>
            </a:r>
            <a:r>
              <a:rPr lang="en-US" sz="2000" spc="-15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467885"/>
                  </a:solidFill>
                </a:uFill>
                <a:latin typeface="Consolas" panose="020B0609020204030204" pitchFamily="49" charset="0"/>
                <a:cs typeface="Times New Roman"/>
                <a:hlinkClick r:id="rId3"/>
              </a:rPr>
              <a:t>https://github.com/mellurimurali</a:t>
            </a:r>
            <a:endParaRPr lang="en-US" sz="2000" spc="-15" dirty="0">
              <a:solidFill>
                <a:schemeClr val="tx1">
                  <a:lumMod val="95000"/>
                  <a:lumOff val="5000"/>
                </a:schemeClr>
              </a:solidFill>
              <a:uFill>
                <a:solidFill>
                  <a:srgbClr val="467885"/>
                </a:solidFill>
              </a:uFill>
              <a:latin typeface="Consolas" panose="020B0609020204030204" pitchFamily="49" charset="0"/>
              <a:cs typeface="Times New Roman"/>
            </a:endParaRPr>
          </a:p>
          <a:p>
            <a:pPr marL="25400"/>
            <a:r>
              <a:rPr lang="en-US"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467885"/>
                  </a:solidFill>
                </a:uFill>
                <a:latin typeface="Consolas" panose="020B0609020204030204" pitchFamily="49" charset="0"/>
                <a:cs typeface="Times New Roman"/>
              </a:rPr>
              <a:t>Mail :    </a:t>
            </a:r>
            <a:r>
              <a:rPr lang="en-US" sz="2000" spc="-15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rgbClr val="467885"/>
                  </a:solidFill>
                </a:uFill>
                <a:latin typeface="Consolas" panose="020B0609020204030204" pitchFamily="49" charset="0"/>
                <a:cs typeface="Times New Roman"/>
                <a:hlinkClick r:id="rId4"/>
              </a:rPr>
              <a:t>mellurimurali@gmail.com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40702-790F-5E26-9920-F0657097DA12}"/>
              </a:ext>
            </a:extLst>
          </p:cNvPr>
          <p:cNvSpPr txBox="1"/>
          <p:nvPr/>
        </p:nvSpPr>
        <p:spPr>
          <a:xfrm>
            <a:off x="289088" y="339365"/>
            <a:ext cx="67527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nsolas" panose="020B0609020204030204" pitchFamily="49" charset="0"/>
                <a:cs typeface="Times New Roman"/>
              </a:rPr>
              <a:t>About</a:t>
            </a:r>
            <a:r>
              <a:rPr lang="en-US" sz="4400" b="1" spc="-20" dirty="0">
                <a:solidFill>
                  <a:srgbClr val="FF000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4400" b="1" spc="-25" dirty="0">
                <a:solidFill>
                  <a:srgbClr val="FF0000"/>
                </a:solidFill>
                <a:latin typeface="Consolas" panose="020B0609020204030204" pitchFamily="49" charset="0"/>
                <a:cs typeface="Times New Roman"/>
              </a:rPr>
              <a:t>me</a:t>
            </a:r>
            <a:endParaRPr lang="en-US" sz="4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197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29FE47-5722-4AD8-83DB-8D28F760B4C7}"/>
              </a:ext>
            </a:extLst>
          </p:cNvPr>
          <p:cNvSpPr txBox="1"/>
          <p:nvPr/>
        </p:nvSpPr>
        <p:spPr>
          <a:xfrm>
            <a:off x="4458878" y="546754"/>
            <a:ext cx="56278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nsolas" panose="020B0609020204030204" pitchFamily="49" charset="0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ED5AF-260B-CC87-0FBF-3D5D0C7B1D0C}"/>
              </a:ext>
            </a:extLst>
          </p:cNvPr>
          <p:cNvSpPr txBox="1"/>
          <p:nvPr/>
        </p:nvSpPr>
        <p:spPr>
          <a:xfrm>
            <a:off x="999241" y="1621410"/>
            <a:ext cx="1003012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Business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Table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ER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Challenges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43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27E64-B98C-CE11-EFFF-C74AB65E4D26}"/>
              </a:ext>
            </a:extLst>
          </p:cNvPr>
          <p:cNvSpPr txBox="1"/>
          <p:nvPr/>
        </p:nvSpPr>
        <p:spPr>
          <a:xfrm>
            <a:off x="65988" y="1225485"/>
            <a:ext cx="1212601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Many organizations struggle to manage employee information efficiently due to 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</a:rPr>
              <a:t>Data redundancy and inconsistency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</a:rPr>
              <a:t>Payroll calculation errors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</a:rPr>
              <a:t>Challenges in maintaining secure and accurate employee records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</a:rPr>
              <a:t>Delays in HR reporting and decision-making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The company requires a centralized Employee Management System (EMS) that can: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Store and manage employee information efficiently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Track departments, job roles, and salary structures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Ensure data integrity using relational database concepts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Maintain qualification and leave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50BC6C-2592-BEB5-D8A6-3B1C3EA7D11A}"/>
              </a:ext>
            </a:extLst>
          </p:cNvPr>
          <p:cNvSpPr txBox="1"/>
          <p:nvPr/>
        </p:nvSpPr>
        <p:spPr>
          <a:xfrm>
            <a:off x="169682" y="301658"/>
            <a:ext cx="5854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onsolas" panose="020B0609020204030204" pitchFamily="49" charset="0"/>
              </a:rPr>
              <a:t>Business Problem</a:t>
            </a:r>
          </a:p>
        </p:txBody>
      </p:sp>
    </p:spTree>
    <p:extLst>
      <p:ext uri="{BB962C8B-B14F-4D97-AF65-F5344CB8AC3E}">
        <p14:creationId xmlns:p14="http://schemas.microsoft.com/office/powerpoint/2010/main" val="933078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3D76-3BC2-C9AD-11A4-DE07CE57B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2" y="-186810"/>
            <a:ext cx="7924800" cy="1325563"/>
          </a:xfrm>
        </p:spPr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PROBLEM STATEMENT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B63459-562B-9CE0-8DFA-9D1884638982}"/>
              </a:ext>
            </a:extLst>
          </p:cNvPr>
          <p:cNvSpPr txBox="1"/>
          <p:nvPr/>
        </p:nvSpPr>
        <p:spPr>
          <a:xfrm>
            <a:off x="469900" y="1690688"/>
            <a:ext cx="10858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7D33D-F69C-3B03-4C85-05DF43248027}"/>
              </a:ext>
            </a:extLst>
          </p:cNvPr>
          <p:cNvSpPr txBox="1"/>
          <p:nvPr/>
        </p:nvSpPr>
        <p:spPr>
          <a:xfrm>
            <a:off x="551935" y="1054443"/>
            <a:ext cx="111701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Manual/fragmented employee data management → errors &amp; inefficiency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Difficulty in retrieving/updating employee records quickly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Payroll processing errors due to manual calculations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Lack of transparency in leave and job role management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No centralized system for tracking qualifications, salaries, and departmental roles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Data inconsistency without relational integrity (PKs, FKs, cascading updates)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r>
              <a:rPr lang="en-US" sz="1800" dirty="0">
                <a:latin typeface="Consolas" panose="020B0609020204030204" pitchFamily="49" charset="0"/>
              </a:rPr>
              <a:t>Need for a robust Employee Management System (EMS) to: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Store &amp; manage employee details securely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Automate payroll &amp; leave tracking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Ensure data accuracy and consistency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Provide insights through queries &amp; reports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Streamline HR operations and decision-making</a:t>
            </a:r>
            <a:endParaRPr lang="en-IN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235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75FFF2-1444-9061-7A34-1B3EB0E9EB15}"/>
              </a:ext>
            </a:extLst>
          </p:cNvPr>
          <p:cNvSpPr txBox="1"/>
          <p:nvPr/>
        </p:nvSpPr>
        <p:spPr>
          <a:xfrm>
            <a:off x="518473" y="970961"/>
            <a:ext cx="11594969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Develop a centralized Employee Management System using SQL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Manage employee, department, payroll, qualification, and leave data efficiently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Ensure data accuracy and consistency using relational database concepts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Ensure data consistency and integrity using constraints and cascading actions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Perform analytical queries to generate business insights related to employees, payroll, departments, and leaves</a:t>
            </a: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61B258-199D-F00F-B687-88B46BF766D1}"/>
              </a:ext>
            </a:extLst>
          </p:cNvPr>
          <p:cNvSpPr txBox="1"/>
          <p:nvPr/>
        </p:nvSpPr>
        <p:spPr>
          <a:xfrm>
            <a:off x="641023" y="207390"/>
            <a:ext cx="5454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nsolas" panose="020B0609020204030204" pitchFamily="49" charset="0"/>
              </a:rPr>
              <a:t>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165546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85C3-4501-3386-B2D5-3327998D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46" y="365125"/>
            <a:ext cx="5807676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nsolas" panose="020B0609020204030204" pitchFamily="49" charset="0"/>
              </a:rPr>
              <a:t>PROJECT INTRODUCTION</a:t>
            </a:r>
            <a:endParaRPr lang="en-IN" sz="4000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AAAD7-1685-FC1C-39CC-19068B2BA8D0}"/>
              </a:ext>
            </a:extLst>
          </p:cNvPr>
          <p:cNvSpPr txBox="1"/>
          <p:nvPr/>
        </p:nvSpPr>
        <p:spPr>
          <a:xfrm>
            <a:off x="378941" y="1690688"/>
            <a:ext cx="11532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A8491-5BC8-93DE-25F3-26F867970459}"/>
              </a:ext>
            </a:extLst>
          </p:cNvPr>
          <p:cNvSpPr txBox="1"/>
          <p:nvPr/>
        </p:nvSpPr>
        <p:spPr>
          <a:xfrm>
            <a:off x="378941" y="2270589"/>
            <a:ext cx="115329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The </a:t>
            </a:r>
            <a:r>
              <a:rPr lang="en-US" sz="2000" b="1" dirty="0">
                <a:latin typeface="Consolas" panose="020B0609020204030204" pitchFamily="49" charset="0"/>
              </a:rPr>
              <a:t>Employee Management System</a:t>
            </a:r>
            <a:r>
              <a:rPr lang="en-US" sz="2000" dirty="0">
                <a:latin typeface="Consolas" panose="020B0609020204030204" pitchFamily="49" charset="0"/>
              </a:rPr>
              <a:t> (EMS) is designed to streamline the management of employee data, job roles, and departmental information within an organization. This system allows for efficient tracking of employee details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The system provides a centralized platform to store, retrieve, and update employee details such as employee information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 , job roles, departmental assignments, payroll, qualifications, and leave records.</a:t>
            </a:r>
          </a:p>
        </p:txBody>
      </p:sp>
    </p:spTree>
    <p:extLst>
      <p:ext uri="{BB962C8B-B14F-4D97-AF65-F5344CB8AC3E}">
        <p14:creationId xmlns:p14="http://schemas.microsoft.com/office/powerpoint/2010/main" val="1858329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50E1-6470-A2C2-C549-C65CDD6F3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54" y="365125"/>
            <a:ext cx="5839146" cy="1083531"/>
          </a:xfrm>
        </p:spPr>
        <p:txBody>
          <a:bodyPr>
            <a:norm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TABLE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D6BBC-E8BD-4412-C2F6-614F2B23E7A4}"/>
              </a:ext>
            </a:extLst>
          </p:cNvPr>
          <p:cNvSpPr txBox="1"/>
          <p:nvPr/>
        </p:nvSpPr>
        <p:spPr>
          <a:xfrm>
            <a:off x="791110" y="1664413"/>
            <a:ext cx="79932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There are six tables in the database as follows: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 Job Department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 Salary/Bonus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 Employee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 Qualification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 Leaves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onsolas" panose="020B0609020204030204" pitchFamily="49" charset="0"/>
              </a:rPr>
              <a:t> Payroll</a:t>
            </a:r>
          </a:p>
          <a:p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94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1DACA-A2B6-6C73-AC98-12FD42C6C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90" y="242226"/>
            <a:ext cx="3667892" cy="2963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E19688-0CCF-9FA2-38E2-CBD594B8B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708" y="326206"/>
            <a:ext cx="6051479" cy="3102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A06C8A-A1F5-BCBF-D93A-E18ED7CBC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228" y="3429000"/>
            <a:ext cx="5687219" cy="335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3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E13DE6-E007-8912-DAE4-F8976A8B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94" y="260093"/>
            <a:ext cx="6039822" cy="33461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4B9858-6E55-F3A6-E65D-AAB4A17AA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94" y="3733392"/>
            <a:ext cx="8354591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41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53EDCE-ABFE-597C-1A77-21F120F83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77" y="780835"/>
            <a:ext cx="7977072" cy="467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2C04-578B-FAB2-3808-5C032D3A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8" y="71920"/>
            <a:ext cx="9647434" cy="791110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Consolas" panose="020B0609020204030204" pitchFamily="49" charset="0"/>
              </a:rPr>
              <a:t>ENTITY RELATIONSHIP (ER)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D89F93-DC82-1F46-7C8E-7895EE300A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81" t="5824" r="4548" b="3294"/>
          <a:stretch>
            <a:fillRect/>
          </a:stretch>
        </p:blipFill>
        <p:spPr>
          <a:xfrm>
            <a:off x="1121790" y="1178350"/>
            <a:ext cx="9766169" cy="492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4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E4494B-022D-F0AC-DECF-E8BB61823013}"/>
              </a:ext>
            </a:extLst>
          </p:cNvPr>
          <p:cNvSpPr txBox="1"/>
          <p:nvPr/>
        </p:nvSpPr>
        <p:spPr>
          <a:xfrm>
            <a:off x="222422" y="214184"/>
            <a:ext cx="29820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panose="020B0609020204030204" pitchFamily="49" charset="0"/>
              </a:rPr>
              <a:t>QUERIES:</a:t>
            </a:r>
            <a:endParaRPr lang="en-IN" sz="3200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666CE-0C09-1094-7B31-73336F1AC433}"/>
              </a:ext>
            </a:extLst>
          </p:cNvPr>
          <p:cNvSpPr txBox="1"/>
          <p:nvPr/>
        </p:nvSpPr>
        <p:spPr>
          <a:xfrm>
            <a:off x="362465" y="889686"/>
            <a:ext cx="2842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1. EMPLOYEE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590CA4-9E05-55BC-F8A1-5AFA0922E4A2}"/>
              </a:ext>
            </a:extLst>
          </p:cNvPr>
          <p:cNvSpPr txBox="1"/>
          <p:nvPr/>
        </p:nvSpPr>
        <p:spPr>
          <a:xfrm>
            <a:off x="222422" y="1425146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1(a)How many unique employees are currently in the system?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3D0E47-0353-BDA3-091C-6861AD3FC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65" y="1868159"/>
            <a:ext cx="5618206" cy="1448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A67921-34CA-7317-0D91-DA00A8036D36}"/>
              </a:ext>
            </a:extLst>
          </p:cNvPr>
          <p:cNvSpPr txBox="1"/>
          <p:nvPr/>
        </p:nvSpPr>
        <p:spPr>
          <a:xfrm>
            <a:off x="6433751" y="1226067"/>
            <a:ext cx="53957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1(b) Which department have the highest number of employees?</a:t>
            </a:r>
          </a:p>
          <a:p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C474FD-57AE-762A-DB5C-A6A9207359C5}"/>
              </a:ext>
            </a:extLst>
          </p:cNvPr>
          <p:cNvSpPr txBox="1"/>
          <p:nvPr/>
        </p:nvSpPr>
        <p:spPr>
          <a:xfrm>
            <a:off x="362465" y="3657600"/>
            <a:ext cx="5923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1(c)What is the average salary per department?</a:t>
            </a:r>
            <a:endParaRPr lang="en-IN" sz="1600" dirty="0">
              <a:latin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D48A92-8DF3-45CE-C699-5AC529C30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96154"/>
            <a:ext cx="5486400" cy="27761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321859-B9D4-FF4A-A0E8-5AF87F149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660" y="1819712"/>
            <a:ext cx="4680191" cy="307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31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FE7411-A3B9-CC9A-4FBB-04AAD401013D}"/>
              </a:ext>
            </a:extLst>
          </p:cNvPr>
          <p:cNvSpPr txBox="1"/>
          <p:nvPr/>
        </p:nvSpPr>
        <p:spPr>
          <a:xfrm>
            <a:off x="288324" y="230659"/>
            <a:ext cx="5082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1(d)Who are the top 5 highest-paid employees?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20CB85-365E-0E39-81D2-511D3FEC2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25" y="538436"/>
            <a:ext cx="5025080" cy="27978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C20741-B09E-FF42-A5ED-6BEF944273D9}"/>
              </a:ext>
            </a:extLst>
          </p:cNvPr>
          <p:cNvSpPr txBox="1"/>
          <p:nvPr/>
        </p:nvSpPr>
        <p:spPr>
          <a:xfrm>
            <a:off x="5931242" y="387178"/>
            <a:ext cx="5733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1(e)What is the total salary expenditure across the company?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8BB49E-B066-7E5C-864B-EF93CF2F8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621" y="910398"/>
            <a:ext cx="5651156" cy="23517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62866C-CB26-893A-DB22-4DAFE0C7AF8F}"/>
              </a:ext>
            </a:extLst>
          </p:cNvPr>
          <p:cNvSpPr txBox="1"/>
          <p:nvPr/>
        </p:nvSpPr>
        <p:spPr>
          <a:xfrm>
            <a:off x="354227" y="3632886"/>
            <a:ext cx="5165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2. JOB ROLE AND DEPARTMENT ANALYSIS</a:t>
            </a:r>
            <a:endParaRPr lang="en-IN" sz="2000" b="1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10D9F-77F8-7DD2-2190-8461220EADA1}"/>
              </a:ext>
            </a:extLst>
          </p:cNvPr>
          <p:cNvSpPr txBox="1"/>
          <p:nvPr/>
        </p:nvSpPr>
        <p:spPr>
          <a:xfrm>
            <a:off x="354227" y="4176584"/>
            <a:ext cx="6573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2(a)How many different job roles exist in each department?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EE086E-878E-802D-D99A-231004EDA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227" y="4484361"/>
            <a:ext cx="6422824" cy="220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303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E2F419-C902-FB49-CD38-78EAB2B2CA1E}"/>
              </a:ext>
            </a:extLst>
          </p:cNvPr>
          <p:cNvSpPr txBox="1"/>
          <p:nvPr/>
        </p:nvSpPr>
        <p:spPr>
          <a:xfrm>
            <a:off x="205945" y="230659"/>
            <a:ext cx="501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2(b)What is the average salary range per department?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27E9E-F4C8-52D4-584C-83D82D816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33" y="753879"/>
            <a:ext cx="4698327" cy="28402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85AB90-700C-6D07-73DE-88B5E12DDBF7}"/>
              </a:ext>
            </a:extLst>
          </p:cNvPr>
          <p:cNvSpPr txBox="1"/>
          <p:nvPr/>
        </p:nvSpPr>
        <p:spPr>
          <a:xfrm>
            <a:off x="5700582" y="184492"/>
            <a:ext cx="4744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2(c)Which job roles offer the highest salary?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D81CC2-7B75-4D2A-2054-A09D45FB5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963" y="610855"/>
            <a:ext cx="5894534" cy="23547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8E3409-A140-6D19-B560-24A3F22F4FB3}"/>
              </a:ext>
            </a:extLst>
          </p:cNvPr>
          <p:cNvSpPr txBox="1"/>
          <p:nvPr/>
        </p:nvSpPr>
        <p:spPr>
          <a:xfrm>
            <a:off x="129046" y="3814119"/>
            <a:ext cx="6774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2(d)Which departments have the highest total salary allocation?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46A5E1-07CF-BCA3-691E-441908D61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33" y="4341885"/>
            <a:ext cx="4400776" cy="22734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DEB4E8-4C26-B58B-05B5-9892E9E5A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3393" y="4341885"/>
            <a:ext cx="2311519" cy="14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14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458EE3-3780-79A1-E930-E2EA4893E278}"/>
              </a:ext>
            </a:extLst>
          </p:cNvPr>
          <p:cNvSpPr txBox="1"/>
          <p:nvPr/>
        </p:nvSpPr>
        <p:spPr>
          <a:xfrm>
            <a:off x="197708" y="181232"/>
            <a:ext cx="4415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3. QUALIFICATION AND SKILLS ANALYSIS</a:t>
            </a:r>
            <a:endParaRPr lang="en-IN" sz="1600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D5965-CE8E-A351-D6BF-12BC9F8F72F8}"/>
              </a:ext>
            </a:extLst>
          </p:cNvPr>
          <p:cNvSpPr txBox="1"/>
          <p:nvPr/>
        </p:nvSpPr>
        <p:spPr>
          <a:xfrm>
            <a:off x="197708" y="683741"/>
            <a:ext cx="536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3(a)How many </a:t>
            </a:r>
            <a:r>
              <a:rPr lang="en-US" dirty="0">
                <a:latin typeface="Consolas" panose="020B0609020204030204" pitchFamily="49" charset="0"/>
              </a:rPr>
              <a:t>employees</a:t>
            </a:r>
            <a:r>
              <a:rPr lang="en-US" dirty="0"/>
              <a:t> have at least one qualification listed?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01A58-B63D-25B4-FACA-39C7F23A9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8" y="991518"/>
            <a:ext cx="5898291" cy="19164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B3A3C-696C-0DE5-BDB1-ECE5F184F1E8}"/>
              </a:ext>
            </a:extLst>
          </p:cNvPr>
          <p:cNvSpPr txBox="1"/>
          <p:nvPr/>
        </p:nvSpPr>
        <p:spPr>
          <a:xfrm>
            <a:off x="6351373" y="375964"/>
            <a:ext cx="505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3(b)Which positions require the most qualifications?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6CCBB-D99A-A5B2-8013-24CDB749A1D8}"/>
              </a:ext>
            </a:extLst>
          </p:cNvPr>
          <p:cNvSpPr txBox="1"/>
          <p:nvPr/>
        </p:nvSpPr>
        <p:spPr>
          <a:xfrm>
            <a:off x="123567" y="3270422"/>
            <a:ext cx="6145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3(c)Which employees have the highest number of qualifications?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9C0842-9135-9B42-ACE3-5387E9A0A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08" y="3793642"/>
            <a:ext cx="6208969" cy="2958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1B6DF5-B69F-F382-873B-83D9F6608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677" y="837629"/>
            <a:ext cx="4673840" cy="335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10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8354F-A023-CB60-BDFE-F949438F58CA}"/>
              </a:ext>
            </a:extLst>
          </p:cNvPr>
          <p:cNvSpPr txBox="1"/>
          <p:nvPr/>
        </p:nvSpPr>
        <p:spPr>
          <a:xfrm>
            <a:off x="115330" y="156519"/>
            <a:ext cx="570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4. LEAVE AND ABSENCE PATTERNS</a:t>
            </a:r>
            <a:endParaRPr lang="en-IN" sz="1600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7410B-A102-D2E4-13BB-66226F238A33}"/>
              </a:ext>
            </a:extLst>
          </p:cNvPr>
          <p:cNvSpPr txBox="1"/>
          <p:nvPr/>
        </p:nvSpPr>
        <p:spPr>
          <a:xfrm>
            <a:off x="280086" y="634314"/>
            <a:ext cx="5288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4(a)Which year had the most employees taking leaves?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644228-7B0C-0938-89EC-BB22B38EA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86" y="1083443"/>
            <a:ext cx="5354595" cy="2162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875CED-63AC-7CC1-9DB8-5B3AE854776B}"/>
              </a:ext>
            </a:extLst>
          </p:cNvPr>
          <p:cNvSpPr txBox="1"/>
          <p:nvPr/>
        </p:nvSpPr>
        <p:spPr>
          <a:xfrm>
            <a:off x="5815914" y="255373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4(b)What is the average number of leave days taken by its employees per department?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0FE2E2-B648-C5F3-8659-31AA81D97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817" y="778593"/>
            <a:ext cx="5925377" cy="30849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CD5098-B11C-6239-B63A-489C4D413EF3}"/>
              </a:ext>
            </a:extLst>
          </p:cNvPr>
          <p:cNvSpPr txBox="1"/>
          <p:nvPr/>
        </p:nvSpPr>
        <p:spPr>
          <a:xfrm>
            <a:off x="238898" y="3350683"/>
            <a:ext cx="5453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4(c)Which employees have taken the most leaves?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EA2C38-0D57-BC7D-B0FA-6173555DD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98" y="3834078"/>
            <a:ext cx="3683189" cy="24448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8B0C18-76F7-CC50-16DC-08AB1CD73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1150" y="4219899"/>
            <a:ext cx="2762392" cy="139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232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D9ABF3-1463-63B5-70B4-0E7C1B2629E7}"/>
              </a:ext>
            </a:extLst>
          </p:cNvPr>
          <p:cNvSpPr txBox="1"/>
          <p:nvPr/>
        </p:nvSpPr>
        <p:spPr>
          <a:xfrm>
            <a:off x="115330" y="164757"/>
            <a:ext cx="5766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4(d)What is the total number of leave days taken company-wide?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31200-73A4-9673-ED8C-EB832F5C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36" y="663263"/>
            <a:ext cx="3610479" cy="2019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43BFF2-0FDD-A652-977C-E64C7FC7BB6B}"/>
              </a:ext>
            </a:extLst>
          </p:cNvPr>
          <p:cNvSpPr txBox="1"/>
          <p:nvPr/>
        </p:nvSpPr>
        <p:spPr>
          <a:xfrm>
            <a:off x="5329880" y="164757"/>
            <a:ext cx="6746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4(e)How do leave days correlate with payroll amounts?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F2C48D-2568-1414-8B89-8831B6CE3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6367"/>
            <a:ext cx="5125165" cy="55062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966C95-8E64-573C-72CF-509CF18297B6}"/>
              </a:ext>
            </a:extLst>
          </p:cNvPr>
          <p:cNvSpPr txBox="1"/>
          <p:nvPr/>
        </p:nvSpPr>
        <p:spPr>
          <a:xfrm>
            <a:off x="222422" y="2965622"/>
            <a:ext cx="5766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5.PAYROLL AND COMPENSATION ANALYSIS</a:t>
            </a:r>
            <a:endParaRPr lang="en-IN" sz="1600" b="1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456BFF-0F6F-9352-5BC9-93B045536F8D}"/>
              </a:ext>
            </a:extLst>
          </p:cNvPr>
          <p:cNvSpPr txBox="1"/>
          <p:nvPr/>
        </p:nvSpPr>
        <p:spPr>
          <a:xfrm>
            <a:off x="222422" y="3304176"/>
            <a:ext cx="5321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5(a)What is the total monthly payroll processed?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387A69-8A7A-319E-34DB-1BFAAB328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74" y="3785629"/>
            <a:ext cx="5353797" cy="284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68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D0631E-7028-A07C-C8A7-E0C422881A39}"/>
              </a:ext>
            </a:extLst>
          </p:cNvPr>
          <p:cNvSpPr txBox="1"/>
          <p:nvPr/>
        </p:nvSpPr>
        <p:spPr>
          <a:xfrm>
            <a:off x="214184" y="205946"/>
            <a:ext cx="5033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5(b) What is the average bonus given per department?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EFE05-2ABA-226A-AB09-4F582CDDF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13" y="729166"/>
            <a:ext cx="5200465" cy="24918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58E892-6DDD-01FC-EEDB-49863C0BBE58}"/>
              </a:ext>
            </a:extLst>
          </p:cNvPr>
          <p:cNvSpPr txBox="1"/>
          <p:nvPr/>
        </p:nvSpPr>
        <p:spPr>
          <a:xfrm>
            <a:off x="5955957" y="205946"/>
            <a:ext cx="5758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5(c) Which department receives the highest total bonuses?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94A612-ADC4-F5DE-9EEA-8573F82C1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957" y="729167"/>
            <a:ext cx="4753638" cy="29284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3E9B95-ED43-F83E-F4E1-01A3AE954D3F}"/>
              </a:ext>
            </a:extLst>
          </p:cNvPr>
          <p:cNvSpPr txBox="1"/>
          <p:nvPr/>
        </p:nvSpPr>
        <p:spPr>
          <a:xfrm>
            <a:off x="214184" y="3429000"/>
            <a:ext cx="5511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5(d) What is the average value of </a:t>
            </a:r>
            <a:r>
              <a:rPr lang="en-US">
                <a:latin typeface="Consolas" panose="020B0609020204030204" pitchFamily="49" charset="0"/>
              </a:rPr>
              <a:t>total amount </a:t>
            </a:r>
            <a:r>
              <a:rPr lang="en-US" dirty="0">
                <a:latin typeface="Consolas" panose="020B0609020204030204" pitchFamily="49" charset="0"/>
              </a:rPr>
              <a:t>after considering leave deductions?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A07315-33B7-BAC3-C854-5FB7B6804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13" y="3976935"/>
            <a:ext cx="5544324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46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8E2C20-F90C-F7C8-53AE-174C52FB248F}"/>
              </a:ext>
            </a:extLst>
          </p:cNvPr>
          <p:cNvSpPr txBox="1"/>
          <p:nvPr/>
        </p:nvSpPr>
        <p:spPr>
          <a:xfrm>
            <a:off x="189470" y="164757"/>
            <a:ext cx="4588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6. EMPLOYEE PERFORMANCE AND GROWTH</a:t>
            </a:r>
            <a:endParaRPr lang="en-IN" sz="1600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837AD-8EFE-D7E5-0F6D-E21091498B26}"/>
              </a:ext>
            </a:extLst>
          </p:cNvPr>
          <p:cNvSpPr txBox="1"/>
          <p:nvPr/>
        </p:nvSpPr>
        <p:spPr>
          <a:xfrm>
            <a:off x="337751" y="757881"/>
            <a:ext cx="6919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6(a)Which year had the highest number of employee promotions?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7C47FA-5A21-5680-152C-67C34347A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478" y="1320228"/>
            <a:ext cx="4544059" cy="32865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D817D9-89F3-04EB-8763-F8BD0962E74E}"/>
              </a:ext>
            </a:extLst>
          </p:cNvPr>
          <p:cNvSpPr txBox="1"/>
          <p:nvPr/>
        </p:nvSpPr>
        <p:spPr>
          <a:xfrm>
            <a:off x="7257535" y="864973"/>
            <a:ext cx="468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To check duplicates in the data</a:t>
            </a:r>
            <a:endParaRPr lang="en-IN" sz="18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F12399-DB4D-445F-E05C-BD36B8002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249" y="1453818"/>
            <a:ext cx="4201111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57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4A1EF-462A-B571-7344-4B5037A00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6"/>
            <a:ext cx="11049000" cy="722270"/>
          </a:xfrm>
        </p:spPr>
        <p:txBody>
          <a:bodyPr/>
          <a:lstStyle/>
          <a:p>
            <a:r>
              <a:rPr lang="en-US" sz="3200" b="1" dirty="0">
                <a:latin typeface="Consolas" panose="020B0609020204030204" pitchFamily="49" charset="0"/>
              </a:rPr>
              <a:t>INSIGHTS</a:t>
            </a:r>
            <a:r>
              <a:rPr lang="en-US" b="1" dirty="0">
                <a:latin typeface="Consolas" panose="020B0609020204030204" pitchFamily="49" charset="0"/>
              </a:rPr>
              <a:t>:</a:t>
            </a:r>
            <a:endParaRPr lang="en-IN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04763-E81D-E6F5-8BDF-68D4EC224FB5}"/>
              </a:ext>
            </a:extLst>
          </p:cNvPr>
          <p:cNvSpPr txBox="1"/>
          <p:nvPr/>
        </p:nvSpPr>
        <p:spPr>
          <a:xfrm>
            <a:off x="387178" y="1276865"/>
            <a:ext cx="1096662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Consolas" panose="020B0609020204030204" pitchFamily="49" charset="0"/>
              </a:rPr>
              <a:t>Identifies which departments have the highest number of employees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Consolas" panose="020B0609020204030204" pitchFamily="49" charset="0"/>
              </a:rPr>
              <a:t>Average salary per department and total salary expenditure reveal how budgets are allocated across roles.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Consolas" panose="020B0609020204030204" pitchFamily="49" charset="0"/>
              </a:rPr>
              <a:t>Analysis shows which year had the most employees taking leaves and how leave days correlate with payroll amounts.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Consolas" panose="020B0609020204030204" pitchFamily="49" charset="0"/>
              </a:rPr>
              <a:t>The system tracks promotions by year and shows which employees/positions have the highest number of qualifications</a:t>
            </a:r>
            <a:endParaRPr lang="en-I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381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36BC3-B781-1DB2-40CE-1A87C8A2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6" y="365126"/>
            <a:ext cx="11073714" cy="72227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nsolas" panose="020B0609020204030204" pitchFamily="49" charset="0"/>
              </a:rPr>
              <a:t>CHALLENGES:</a:t>
            </a:r>
            <a:endParaRPr lang="en-IN" sz="4000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CD961-3375-E371-02CC-7DDC24882E0D}"/>
              </a:ext>
            </a:extLst>
          </p:cNvPr>
          <p:cNvSpPr txBox="1"/>
          <p:nvPr/>
        </p:nvSpPr>
        <p:spPr>
          <a:xfrm>
            <a:off x="436605" y="1178011"/>
            <a:ext cx="11073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Consolas" panose="020B0609020204030204" pitchFamily="49" charset="0"/>
              </a:rPr>
              <a:t>Maintain relationship between tables with proper use of foreign keys so that we can perform operations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Consolas" panose="020B0609020204030204" pitchFamily="49" charset="0"/>
              </a:rPr>
              <a:t>Write proper Sql joins for generating reports across employees, roles, leaves, and payroll.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Consolas" panose="020B0609020204030204" pitchFamily="49" charset="0"/>
              </a:rPr>
              <a:t>Check any duplicates in the data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endParaRPr lang="en-IN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994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904</Words>
  <Application>Microsoft Office PowerPoint</Application>
  <PresentationFormat>Widescreen</PresentationFormat>
  <Paragraphs>135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Calibri</vt:lpstr>
      <vt:lpstr>Arial</vt:lpstr>
      <vt:lpstr>Libre Baskerville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PROBLEM STATEMENT</vt:lpstr>
      <vt:lpstr>PowerPoint Presentation</vt:lpstr>
      <vt:lpstr>PROJECT INTRODUCTION</vt:lpstr>
      <vt:lpstr>TABLE STRUCTURE</vt:lpstr>
      <vt:lpstr>PowerPoint Presentation</vt:lpstr>
      <vt:lpstr>PowerPoint Presentation</vt:lpstr>
      <vt:lpstr>PowerPoint Presentation</vt:lpstr>
      <vt:lpstr>ENTITY RELATIONSHIP (ER)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INSIGHTS:</vt:lpstr>
      <vt:lpstr>CHALLENGES: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Murali M</cp:lastModifiedBy>
  <cp:revision>10</cp:revision>
  <dcterms:created xsi:type="dcterms:W3CDTF">2021-02-16T05:19:01Z</dcterms:created>
  <dcterms:modified xsi:type="dcterms:W3CDTF">2026-05-09T05:11:24Z</dcterms:modified>
</cp:coreProperties>
</file>